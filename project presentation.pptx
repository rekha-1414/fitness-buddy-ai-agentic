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7100124"/>
              </p:ext>
            </p:extLst>
          </p:nvPr>
        </p:nvGraphicFramePr>
        <p:xfrm>
          <a:off x="1206164" y="2600315"/>
          <a:ext cx="9488083" cy="254085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55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7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410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 smtClean="0"/>
                        <a:t>B.Rekha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sree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rekhasree4545@gmail.com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9491262846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63" y="3805134"/>
            <a:ext cx="1166327" cy="12404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 smtClean="0">
                <a:highlight>
                  <a:srgbClr val="FFFF00"/>
                </a:highlight>
              </a:rPr>
              <a:t>[ Healthcare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smtClean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Fitness Buddy AI</a:t>
            </a:r>
            <a:r>
              <a:rPr lang="en-US" sz="2400" b="1" dirty="0" smtClean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650717" y="1299754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US" b="1" dirty="0" smtClean="0"/>
              <a:t>Fitness Buddy AI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In today’s fast-paced world, many individuals struggle to maintain a healthy lifestyle due </a:t>
            </a:r>
          </a:p>
          <a:p>
            <a:pPr fontAlgn="base"/>
            <a:r>
              <a:rPr lang="en-US" dirty="0"/>
              <a:t>to lack of personalized guidance, time constraints, and inconsistent motivation. Traditional fitness </a:t>
            </a:r>
          </a:p>
          <a:p>
            <a:pPr fontAlgn="base"/>
            <a:r>
              <a:rPr lang="en-US" dirty="0"/>
              <a:t>solutions often require expensive subscriptions, in-person consultations, or rigid schedules that don't </a:t>
            </a:r>
          </a:p>
          <a:p>
            <a:pPr fontAlgn="base"/>
            <a:r>
              <a:rPr lang="en-US" dirty="0"/>
              <a:t>adapt to personal preferences or daily routines.</a:t>
            </a:r>
          </a:p>
          <a:p>
            <a:pPr fontAlgn="base"/>
            <a:r>
              <a:rPr lang="en-US" dirty="0"/>
              <a:t>There is a growing need for an accessible, friendly, and intelligent virtual assistant that can provide on-</a:t>
            </a:r>
          </a:p>
          <a:p>
            <a:pPr fontAlgn="base"/>
            <a:r>
              <a:rPr lang="en-US" dirty="0"/>
              <a:t>demand fitness advice, healthy lifestyle suggestions, and basic nutrition guidance—all tailored to </a:t>
            </a:r>
          </a:p>
          <a:p>
            <a:pPr fontAlgn="base"/>
            <a:r>
              <a:rPr lang="en-US" dirty="0"/>
              <a:t>individual needs and available at any time</a:t>
            </a:r>
            <a:r>
              <a:rPr lang="en-US" dirty="0" smtClean="0"/>
              <a:t>.</a:t>
            </a:r>
            <a:endParaRPr lang="en-US" dirty="0"/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The </a:t>
            </a:r>
            <a:r>
              <a:rPr lang="en-US" b="1" dirty="0"/>
              <a:t>Objective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objective of Fitness Buddy AI is to provide users with personalized fitness guidance, workout recommendations, nutrition suggestions, and progress tracking through an intelligent AI-powered assistant.</a:t>
            </a:r>
          </a:p>
          <a:p>
            <a:r>
              <a:rPr lang="en-US" dirty="0"/>
              <a:t>The solution aims to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personalized workout plans based on age, weight, fitness level, and goals.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real-time fitness coaching and motivation.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daily activities, calories burned, and workout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 healthy meal suggestions aligned with fitness goals.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progress and adapt plans dynamically.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users maintain consistency and achieve long-term fitness goals. 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5753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Fitness </a:t>
            </a:r>
            <a:r>
              <a:rPr lang="en-US" dirty="0"/>
              <a:t>Buddy AI is an Agentic AI-powered fitness assistant built using </a:t>
            </a:r>
            <a:r>
              <a:rPr lang="en-US" dirty="0" err="1"/>
              <a:t>LangFlow</a:t>
            </a:r>
            <a:r>
              <a:rPr lang="en-US" dirty="0"/>
              <a:t>, IBM watsonx.ai, and Granite Models.</a:t>
            </a:r>
          </a:p>
          <a:p>
            <a:r>
              <a:rPr lang="en-US" dirty="0"/>
              <a:t>The system uses multiple intelligent agents working together to provide a complete fitness experience.</a:t>
            </a:r>
          </a:p>
          <a:p>
            <a:endParaRPr lang="en-US" b="1" dirty="0" smtClean="0"/>
          </a:p>
          <a:p>
            <a:r>
              <a:rPr lang="en-US" b="1" dirty="0" smtClean="0"/>
              <a:t>Key Features:</a:t>
            </a:r>
            <a:endParaRPr lang="en-US" b="1" dirty="0"/>
          </a:p>
          <a:p>
            <a:r>
              <a:rPr lang="en-US" dirty="0"/>
              <a:t>Personalized workout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AI-based fitness coaching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Nutrition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activity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monitoring and progress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Motivational feedback and reminders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fitness Q&amp;A assistant </a:t>
            </a:r>
          </a:p>
          <a:p>
            <a:endParaRPr lang="en-US" b="1" dirty="0" smtClean="0"/>
          </a:p>
          <a:p>
            <a:r>
              <a:rPr lang="en-US" b="1" dirty="0" smtClean="0"/>
              <a:t>Core Agents:</a:t>
            </a:r>
            <a:endParaRPr lang="en-US" b="1" dirty="0"/>
          </a:p>
          <a:p>
            <a:r>
              <a:rPr lang="en-US" b="1" dirty="0"/>
              <a:t>1. Fitness Knowledge Agent</a:t>
            </a:r>
          </a:p>
          <a:p>
            <a:r>
              <a:rPr lang="en-US" dirty="0"/>
              <a:t>Retrieves workout information, exercise techniques, and fitness best practices using RAG.</a:t>
            </a:r>
          </a:p>
          <a:p>
            <a:r>
              <a:rPr lang="en-US" b="1" dirty="0"/>
              <a:t>2. Workout Planner Agent</a:t>
            </a:r>
          </a:p>
          <a:p>
            <a:r>
              <a:rPr lang="en-US" dirty="0"/>
              <a:t>Creates personalized workout routines based on user goals such as weight loss, muscle gain, endurance, or general fitness.</a:t>
            </a:r>
          </a:p>
          <a:p>
            <a:r>
              <a:rPr lang="en-US" b="1" dirty="0"/>
              <a:t>3. Nutrition Advisor Agent</a:t>
            </a:r>
          </a:p>
          <a:p>
            <a:r>
              <a:rPr lang="en-US" dirty="0"/>
              <a:t>Provides meal recommendations, calorie guidance, and hydration suggestions.</a:t>
            </a:r>
          </a:p>
          <a:p>
            <a:r>
              <a:rPr lang="en-US" b="1" dirty="0"/>
              <a:t>4. Progress Tracking Agent</a:t>
            </a:r>
          </a:p>
          <a:p>
            <a:r>
              <a:rPr lang="en-US" dirty="0"/>
              <a:t>Tracks completed workouts, calories burned, and fitness improvements.</a:t>
            </a:r>
          </a:p>
          <a:p>
            <a:r>
              <a:rPr lang="en-US" b="1" dirty="0"/>
              <a:t>5. Motivation &amp; Wellness Agent</a:t>
            </a:r>
          </a:p>
          <a:p>
            <a:r>
              <a:rPr lang="en-US" dirty="0"/>
              <a:t>Provides reminders, encouragement, recovery tips, and healthy lifestyle recommendations.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99796" y="863187"/>
            <a:ext cx="904136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 smtClean="0"/>
              <a:t>1.Chat Input</a:t>
            </a:r>
            <a:endParaRPr lang="en-US" b="1" dirty="0"/>
          </a:p>
          <a:p>
            <a:r>
              <a:rPr lang="en-US" dirty="0"/>
              <a:t>Collects user fitness goals, workout preferences, and health information. </a:t>
            </a:r>
          </a:p>
          <a:p>
            <a:r>
              <a:rPr lang="en-US" dirty="0"/>
              <a:t>Serves as the primary interaction point between the user and the AI system. 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2. Prompt Template</a:t>
            </a:r>
          </a:p>
          <a:p>
            <a:r>
              <a:rPr lang="en-US" dirty="0"/>
              <a:t>Structures user input into optimized prompts for IBM Granite Models. </a:t>
            </a:r>
          </a:p>
          <a:p>
            <a:r>
              <a:rPr lang="en-US" dirty="0"/>
              <a:t>Ensures consistent and accurate AI responses. 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3. IBM </a:t>
            </a:r>
            <a:r>
              <a:rPr lang="en-US" b="1" dirty="0" err="1"/>
              <a:t>watsonx</a:t>
            </a:r>
            <a:r>
              <a:rPr lang="en-US" b="1" dirty="0"/>
              <a:t> AI Agent</a:t>
            </a:r>
          </a:p>
          <a:p>
            <a:r>
              <a:rPr lang="en-US" dirty="0"/>
              <a:t>Processes user requests and coordinates multiple fitness-related tasks. </a:t>
            </a:r>
          </a:p>
          <a:p>
            <a:r>
              <a:rPr lang="en-US" dirty="0"/>
              <a:t>Acts as the central intelligence layer of the system. 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4. IBM Granite-4.0-8B-Instruct Model</a:t>
            </a:r>
          </a:p>
          <a:p>
            <a:r>
              <a:rPr lang="en-US" dirty="0"/>
              <a:t>Generates workout plans, nutrition recommendations, fitness explanations, and motivational guidance. </a:t>
            </a:r>
          </a:p>
          <a:p>
            <a:r>
              <a:rPr lang="en-US" dirty="0"/>
              <a:t>Provides reasoning and personalization </a:t>
            </a:r>
            <a:r>
              <a:rPr lang="en-US" dirty="0" err="1" smtClean="0"/>
              <a:t>capabalities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5. RAG Retriever</a:t>
            </a:r>
          </a:p>
          <a:p>
            <a:r>
              <a:rPr lang="en-US" dirty="0"/>
              <a:t>Retrieves fitness, exercise, and nutrition information from trusted knowledge sources. </a:t>
            </a:r>
          </a:p>
          <a:p>
            <a:r>
              <a:rPr lang="en-US" dirty="0"/>
              <a:t>Enhances accuracy and reliability of responses. 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6. Vector Database (FAISS / </a:t>
            </a:r>
            <a:r>
              <a:rPr lang="en-US" b="1" dirty="0" err="1"/>
              <a:t>ChromaDB</a:t>
            </a:r>
            <a:r>
              <a:rPr lang="en-US" b="1" dirty="0"/>
              <a:t>)</a:t>
            </a:r>
          </a:p>
          <a:p>
            <a:r>
              <a:rPr lang="en-US" dirty="0"/>
              <a:t>Stores </a:t>
            </a:r>
            <a:r>
              <a:rPr lang="en-US" dirty="0" err="1"/>
              <a:t>embeddings</a:t>
            </a:r>
            <a:r>
              <a:rPr lang="en-US" dirty="0"/>
              <a:t> of fitness knowledge and workout resources. </a:t>
            </a:r>
          </a:p>
          <a:p>
            <a:r>
              <a:rPr lang="en-US" dirty="0"/>
              <a:t>Enables fast semantic search and information retrieval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endParaRPr lang="en-US" dirty="0"/>
          </a:p>
          <a:p>
            <a:r>
              <a:rPr lang="en-US" b="1" dirty="0"/>
              <a:t>7. Memory Component</a:t>
            </a:r>
          </a:p>
          <a:p>
            <a:r>
              <a:rPr lang="en-US" dirty="0"/>
              <a:t>Maintains user context such as fitness goals, previous workouts, and progress history. </a:t>
            </a:r>
          </a:p>
          <a:p>
            <a:r>
              <a:rPr lang="en-US" dirty="0"/>
              <a:t>Supports personalized and continuous interactions. </a:t>
            </a:r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045029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357396" y="905232"/>
            <a:ext cx="3088433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                  User</a:t>
            </a:r>
            <a:endParaRPr lang="en-IN" dirty="0"/>
          </a:p>
          <a:p>
            <a:r>
              <a:rPr lang="en-IN" dirty="0"/>
              <a:t>                  </a:t>
            </a:r>
            <a:r>
              <a:rPr lang="en-IN" dirty="0" smtClean="0"/>
              <a:t>     │</a:t>
            </a:r>
            <a:endParaRPr lang="en-IN" dirty="0"/>
          </a:p>
          <a:p>
            <a:r>
              <a:rPr lang="en-IN" dirty="0"/>
              <a:t>                  </a:t>
            </a:r>
            <a:r>
              <a:rPr lang="en-IN" dirty="0" smtClean="0"/>
              <a:t>    ▼</a:t>
            </a:r>
            <a:endParaRPr lang="en-IN" dirty="0"/>
          </a:p>
          <a:p>
            <a:r>
              <a:rPr lang="en-IN" dirty="0"/>
              <a:t>         </a:t>
            </a:r>
            <a:r>
              <a:rPr lang="en-IN" dirty="0" smtClean="0"/>
              <a:t>  </a:t>
            </a:r>
            <a:r>
              <a:rPr lang="en-IN" dirty="0"/>
              <a:t>Chat Input Interface</a:t>
            </a:r>
          </a:p>
          <a:p>
            <a:r>
              <a:rPr lang="en-IN" dirty="0"/>
              <a:t>                 </a:t>
            </a:r>
            <a:r>
              <a:rPr lang="en-IN" dirty="0" smtClean="0"/>
              <a:t>       </a:t>
            </a:r>
            <a:r>
              <a:rPr lang="en-IN" dirty="0"/>
              <a:t>│</a:t>
            </a:r>
          </a:p>
          <a:p>
            <a:r>
              <a:rPr lang="en-IN" dirty="0"/>
              <a:t>                 </a:t>
            </a:r>
            <a:r>
              <a:rPr lang="en-IN" dirty="0" smtClean="0"/>
              <a:t>       </a:t>
            </a:r>
            <a:r>
              <a:rPr lang="en-IN" dirty="0"/>
              <a:t>▼</a:t>
            </a:r>
          </a:p>
          <a:p>
            <a:r>
              <a:rPr lang="en-IN" dirty="0"/>
              <a:t>         </a:t>
            </a:r>
            <a:r>
              <a:rPr lang="en-IN" dirty="0" smtClean="0"/>
              <a:t>  IBM </a:t>
            </a:r>
            <a:r>
              <a:rPr lang="en-IN" dirty="0"/>
              <a:t>Granite Model</a:t>
            </a:r>
          </a:p>
          <a:p>
            <a:r>
              <a:rPr lang="en-IN" dirty="0"/>
              <a:t>                  </a:t>
            </a:r>
            <a:r>
              <a:rPr lang="en-IN" dirty="0" smtClean="0"/>
              <a:t>       │</a:t>
            </a:r>
            <a:endParaRPr lang="en-IN" dirty="0"/>
          </a:p>
          <a:p>
            <a:r>
              <a:rPr lang="en-IN" dirty="0"/>
              <a:t>        </a:t>
            </a:r>
            <a:r>
              <a:rPr lang="en-IN" dirty="0" smtClean="0"/>
              <a:t>┌─────────┼─────────┐</a:t>
            </a:r>
          </a:p>
          <a:p>
            <a:r>
              <a:rPr lang="en-IN" dirty="0" smtClean="0"/>
              <a:t>▼                     ▼                     ▼</a:t>
            </a:r>
          </a:p>
          <a:p>
            <a:r>
              <a:rPr lang="en-IN" dirty="0" smtClean="0"/>
              <a:t> </a:t>
            </a:r>
            <a:r>
              <a:rPr lang="en-IN" dirty="0"/>
              <a:t>Fitness    </a:t>
            </a:r>
            <a:r>
              <a:rPr lang="en-IN" dirty="0" smtClean="0"/>
              <a:t>    </a:t>
            </a:r>
            <a:r>
              <a:rPr lang="en-IN" dirty="0"/>
              <a:t>Workout     </a:t>
            </a:r>
            <a:r>
              <a:rPr lang="en-IN" dirty="0" smtClean="0"/>
              <a:t>      Nutrition</a:t>
            </a:r>
            <a:endParaRPr lang="en-IN" dirty="0"/>
          </a:p>
          <a:p>
            <a:r>
              <a:rPr lang="en-IN" dirty="0"/>
              <a:t> </a:t>
            </a:r>
            <a:r>
              <a:rPr lang="en-IN" dirty="0" smtClean="0"/>
              <a:t>Knowledge      </a:t>
            </a:r>
            <a:r>
              <a:rPr lang="en-IN" dirty="0"/>
              <a:t>Planner      </a:t>
            </a:r>
            <a:r>
              <a:rPr lang="en-IN" dirty="0" smtClean="0"/>
              <a:t>  Advisor</a:t>
            </a:r>
            <a:endParaRPr lang="en-IN" dirty="0"/>
          </a:p>
          <a:p>
            <a:r>
              <a:rPr lang="en-IN" dirty="0"/>
              <a:t>  Agent       </a:t>
            </a:r>
            <a:r>
              <a:rPr lang="en-IN" dirty="0" smtClean="0"/>
              <a:t>      </a:t>
            </a:r>
            <a:r>
              <a:rPr lang="en-IN" dirty="0" err="1" smtClean="0"/>
              <a:t>Agent</a:t>
            </a:r>
            <a:r>
              <a:rPr lang="en-IN" dirty="0" smtClean="0"/>
              <a:t>            </a:t>
            </a:r>
            <a:r>
              <a:rPr lang="en-IN" dirty="0" err="1" smtClean="0"/>
              <a:t>Agent</a:t>
            </a:r>
            <a:endParaRPr lang="en-IN" dirty="0"/>
          </a:p>
          <a:p>
            <a:r>
              <a:rPr lang="en-IN" dirty="0"/>
              <a:t>        └─────────┼─────────┘</a:t>
            </a:r>
          </a:p>
          <a:p>
            <a:r>
              <a:rPr lang="en-IN" dirty="0"/>
              <a:t>                </a:t>
            </a:r>
            <a:r>
              <a:rPr lang="en-IN" dirty="0" smtClean="0"/>
              <a:t>         </a:t>
            </a:r>
            <a:r>
              <a:rPr lang="en-IN" dirty="0"/>
              <a:t>▼</a:t>
            </a:r>
          </a:p>
          <a:p>
            <a:r>
              <a:rPr lang="en-IN" dirty="0"/>
              <a:t>         </a:t>
            </a:r>
            <a:r>
              <a:rPr lang="en-IN" dirty="0" smtClean="0"/>
              <a:t>    Progress </a:t>
            </a:r>
            <a:r>
              <a:rPr lang="en-IN" dirty="0"/>
              <a:t>Tracking</a:t>
            </a:r>
          </a:p>
          <a:p>
            <a:r>
              <a:rPr lang="en-IN" dirty="0"/>
              <a:t>               </a:t>
            </a:r>
            <a:r>
              <a:rPr lang="en-IN" dirty="0" smtClean="0"/>
              <a:t>      Agent</a:t>
            </a:r>
            <a:endParaRPr lang="en-IN" dirty="0"/>
          </a:p>
          <a:p>
            <a:r>
              <a:rPr lang="en-IN" dirty="0"/>
              <a:t>               </a:t>
            </a:r>
            <a:r>
              <a:rPr lang="en-IN" dirty="0" smtClean="0"/>
              <a:t>           </a:t>
            </a:r>
            <a:r>
              <a:rPr lang="en-IN" dirty="0"/>
              <a:t>│</a:t>
            </a:r>
          </a:p>
          <a:p>
            <a:r>
              <a:rPr lang="en-IN" dirty="0"/>
              <a:t>                 </a:t>
            </a:r>
            <a:r>
              <a:rPr lang="en-IN" dirty="0" smtClean="0"/>
              <a:t>        </a:t>
            </a:r>
            <a:r>
              <a:rPr lang="en-IN" dirty="0"/>
              <a:t>▼</a:t>
            </a:r>
          </a:p>
          <a:p>
            <a:r>
              <a:rPr lang="en-IN" dirty="0"/>
              <a:t>       </a:t>
            </a:r>
            <a:r>
              <a:rPr lang="en-IN" dirty="0" smtClean="0"/>
              <a:t>  Personalized </a:t>
            </a:r>
            <a:r>
              <a:rPr lang="en-IN" dirty="0"/>
              <a:t>Response</a:t>
            </a:r>
          </a:p>
          <a:p>
            <a:r>
              <a:rPr lang="en-IN" dirty="0"/>
              <a:t>                </a:t>
            </a:r>
            <a:r>
              <a:rPr lang="en-IN" dirty="0" smtClean="0"/>
              <a:t>          │</a:t>
            </a:r>
            <a:endParaRPr lang="en-IN" dirty="0"/>
          </a:p>
          <a:p>
            <a:r>
              <a:rPr lang="en-IN" dirty="0"/>
              <a:t>                 </a:t>
            </a:r>
            <a:r>
              <a:rPr lang="en-IN" dirty="0" smtClean="0"/>
              <a:t>        ▼</a:t>
            </a:r>
            <a:endParaRPr lang="en-IN" dirty="0"/>
          </a:p>
          <a:p>
            <a:r>
              <a:rPr lang="en-IN" dirty="0"/>
              <a:t>           </a:t>
            </a:r>
            <a:r>
              <a:rPr lang="en-IN" dirty="0" smtClean="0"/>
              <a:t>   User Dashboard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Agentic </a:t>
            </a:r>
            <a:r>
              <a:rPr lang="en-US" dirty="0"/>
              <a:t>AI enables Fitness Buddy AI to act as an intelligent personal trainer rather than a simple </a:t>
            </a:r>
            <a:r>
              <a:rPr lang="en-US" dirty="0" err="1"/>
              <a:t>chatbot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How Agentic AI </a:t>
            </a:r>
            <a:r>
              <a:rPr lang="en-US" b="1" dirty="0" smtClean="0"/>
              <a:t>Helps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Breaks complex fitness tasks into specialized agents.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collaboration between workout, nutrition, and progress-tracking agents.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Understands user goals and context.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Continuously adapts recommendations based on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proactive suggestions and reminders.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Delivers highly personalized fitness experiences.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multi-agent architecture allows Fitness Buddy AI to function as a virtual fitness coach available 24/7.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1122473" y="1095040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LangFlow</a:t>
            </a:r>
            <a:endParaRPr lang="en-IN" sz="1800" b="1" dirty="0"/>
          </a:p>
          <a:p>
            <a:r>
              <a:rPr lang="en-IN" sz="1800" dirty="0" smtClean="0"/>
              <a:t>    Used </a:t>
            </a:r>
            <a:r>
              <a:rPr lang="en-IN" sz="1800" dirty="0"/>
              <a:t>to visually design and orchestrate multi-agent workflows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watsonx.ai</a:t>
            </a:r>
          </a:p>
          <a:p>
            <a:r>
              <a:rPr lang="en-IN" sz="1800" dirty="0" smtClean="0"/>
              <a:t>    Used </a:t>
            </a:r>
            <a:r>
              <a:rPr lang="en-IN" sz="1800" dirty="0"/>
              <a:t>for AI model deployment, prompt management, </a:t>
            </a:r>
            <a:r>
              <a:rPr lang="en-IN" sz="1800" dirty="0" err="1"/>
              <a:t>embeddings</a:t>
            </a:r>
            <a:r>
              <a:rPr lang="en-IN" sz="1800" dirty="0"/>
              <a:t>, and governance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Granite 4.0 Models</a:t>
            </a:r>
          </a:p>
          <a:p>
            <a:r>
              <a:rPr lang="en-IN" sz="1800" dirty="0" smtClean="0"/>
              <a:t>    Used </a:t>
            </a:r>
            <a:r>
              <a:rPr lang="en-IN" sz="1800" dirty="0"/>
              <a:t>for reasoning, fitness recommendations, summarization, and conversational interactions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Retrieval-Augmented Generation (RAG)</a:t>
            </a:r>
          </a:p>
          <a:p>
            <a:r>
              <a:rPr lang="en-IN" sz="1800" dirty="0" smtClean="0"/>
              <a:t>    Used </a:t>
            </a:r>
            <a:r>
              <a:rPr lang="en-IN" sz="1800" dirty="0"/>
              <a:t>to retrieve accurate fitness and nutrition information from trusted sources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(FAISS / </a:t>
            </a:r>
            <a:r>
              <a:rPr lang="en-IN" sz="1800" b="1" dirty="0" err="1"/>
              <a:t>ChromaDB</a:t>
            </a:r>
            <a:r>
              <a:rPr lang="en-IN" sz="1800" b="1" dirty="0"/>
              <a:t>)</a:t>
            </a:r>
          </a:p>
          <a:p>
            <a:r>
              <a:rPr lang="en-IN" sz="1800" dirty="0" smtClean="0"/>
              <a:t>     Stores </a:t>
            </a:r>
            <a:r>
              <a:rPr lang="en-IN" sz="1800" dirty="0"/>
              <a:t>fitness knowledge and workout-related </a:t>
            </a:r>
            <a:r>
              <a:rPr lang="en-IN" sz="1800" dirty="0" err="1"/>
              <a:t>embeddings</a:t>
            </a:r>
            <a:r>
              <a:rPr lang="en-IN" sz="1800" dirty="0"/>
              <a:t> for fast retrieval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</a:t>
            </a:r>
            <a:r>
              <a:rPr lang="en-IN" sz="1800" b="1" dirty="0" smtClean="0"/>
              <a:t>Cloud</a:t>
            </a:r>
          </a:p>
          <a:p>
            <a:r>
              <a:rPr lang="en-IN" sz="1800" dirty="0" smtClean="0"/>
              <a:t>     Provides </a:t>
            </a:r>
            <a:r>
              <a:rPr lang="en-IN" sz="1800" dirty="0"/>
              <a:t>scalable and secure infrastructure for </a:t>
            </a:r>
            <a:r>
              <a:rPr lang="en-IN" sz="1800" dirty="0" smtClean="0"/>
              <a:t>deployment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1212979" y="242036"/>
            <a:ext cx="7277877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Novelty and Uniqueness</a:t>
            </a:r>
          </a:p>
          <a:p>
            <a:r>
              <a:rPr lang="en-US" sz="2400" b="1" dirty="0" smtClean="0"/>
              <a:t> </a:t>
            </a:r>
            <a:r>
              <a:rPr lang="en-US" sz="1600" dirty="0"/>
              <a:t>Fitness Buddy AI differentiates itself from traditional fitness applications by </a:t>
            </a:r>
            <a:r>
              <a:rPr lang="en-US" sz="1600" dirty="0" smtClean="0"/>
              <a:t> combining </a:t>
            </a:r>
            <a:r>
              <a:rPr lang="en-US" sz="1600" b="1" dirty="0"/>
              <a:t>Agentic AI, Retrieval-Augmented </a:t>
            </a:r>
            <a:endParaRPr lang="en-US" sz="1600" b="1" dirty="0" smtClean="0"/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/>
              <a:t>Generation (</a:t>
            </a:r>
            <a:r>
              <a:rPr lang="en-US" sz="1800" b="1" dirty="0"/>
              <a:t>RAG), and personalized fitness intelligence</a:t>
            </a:r>
            <a:r>
              <a:rPr lang="en-US" sz="1800" dirty="0"/>
              <a:t> into a single smart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Multi-Agent Intelligence</a:t>
            </a:r>
            <a:r>
              <a:rPr lang="en-US" sz="1800" dirty="0"/>
              <a:t> – Multiple specialized AI agents collaborate to manage workouts, nutrition, progress tracking, and wellness guidance instead of relying on a single </a:t>
            </a:r>
            <a:r>
              <a:rPr lang="en-US" sz="1800" dirty="0" err="1"/>
              <a:t>chatbot</a:t>
            </a:r>
            <a:r>
              <a:rPr lang="en-US" sz="1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Hyper-Personalized Fitness Plans</a:t>
            </a:r>
            <a:r>
              <a:rPr lang="en-US" sz="1800" dirty="0"/>
              <a:t> – Generates customized workout and nutrition recommendations based on user goals, fitness level, age, body metrics, and lifestyle.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RAG-Based Knowledge Retrieval</a:t>
            </a:r>
            <a:r>
              <a:rPr lang="en-US" sz="1800" dirty="0"/>
              <a:t> – Retrieves accurate fitness and health information from trusted sources, reducing misinformation and improving recommendation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Adaptive Learning System</a:t>
            </a:r>
            <a:r>
              <a:rPr lang="en-US" sz="1800" dirty="0"/>
              <a:t> – Continuously updates fitness plans based on user progress, workout history, and changing goals.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Real-Time Progress Monitoring</a:t>
            </a:r>
            <a:r>
              <a:rPr lang="en-US" sz="1800" dirty="0"/>
              <a:t> – Tracks performance, calories burned, workout completion, and fitness improvements with actionable feedback.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Motivational AI Coach</a:t>
            </a:r>
            <a:r>
              <a:rPr lang="en-US" sz="1800" dirty="0"/>
              <a:t> – Provides personalized encouragement, reminders, and habit-building strategies to improve consistency.</a:t>
            </a:r>
          </a:p>
          <a:p>
            <a:endParaRPr lang="en-US" sz="2400" b="1" dirty="0" smtClean="0"/>
          </a:p>
          <a:p>
            <a:endParaRPr lang="en-US" sz="2400" b="1" dirty="0" smtClean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33799" y="112474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dirty="0" smtClean="0"/>
              <a:t>The </a:t>
            </a:r>
            <a:r>
              <a:rPr lang="en-US" sz="1800" dirty="0"/>
              <a:t>complete project source code, documentation, architecture blueprint, and workflow are available in the GitHub repository</a:t>
            </a:r>
            <a:r>
              <a:rPr lang="en-US" sz="1800" dirty="0" smtClean="0"/>
              <a:t>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0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https://github.com/rekha-1414/Fitness-Buddy-AI-Agentic.git</a:t>
            </a: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lang="en-US" sz="2400" b="1" dirty="0" smtClean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330691" y="99620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US" sz="1600" b="1" dirty="0" smtClean="0"/>
          </a:p>
          <a:p>
            <a:r>
              <a:rPr lang="en-US" sz="1600" b="1" dirty="0" smtClean="0"/>
              <a:t>1</a:t>
            </a:r>
            <a:r>
              <a:rPr lang="en-US" sz="1600" b="1" dirty="0"/>
              <a:t>. Wearable Device Integration</a:t>
            </a:r>
          </a:p>
          <a:p>
            <a:r>
              <a:rPr lang="en-US" sz="1600" dirty="0"/>
              <a:t>Connect with smartwatches and fitness bands to collect:</a:t>
            </a:r>
          </a:p>
          <a:p>
            <a:r>
              <a:rPr lang="en-US" sz="1600" dirty="0"/>
              <a:t>Heart rate </a:t>
            </a:r>
          </a:p>
          <a:p>
            <a:r>
              <a:rPr lang="en-US" sz="1600" dirty="0"/>
              <a:t>Step count </a:t>
            </a:r>
          </a:p>
          <a:p>
            <a:r>
              <a:rPr lang="en-US" sz="1600" dirty="0"/>
              <a:t>Sleep quality </a:t>
            </a:r>
          </a:p>
          <a:p>
            <a:r>
              <a:rPr lang="en-US" sz="1600" dirty="0"/>
              <a:t>Calories burned </a:t>
            </a:r>
          </a:p>
          <a:p>
            <a:r>
              <a:rPr lang="en-US" sz="1600" dirty="0"/>
              <a:t>This enables real-time adaptive workout plans.</a:t>
            </a:r>
          </a:p>
          <a:p>
            <a:r>
              <a:rPr lang="en-US" sz="1600" b="1" dirty="0"/>
              <a:t>2. Computer Vision Workout Analysis</a:t>
            </a:r>
          </a:p>
          <a:p>
            <a:r>
              <a:rPr lang="en-US" sz="1600" dirty="0"/>
              <a:t>Use camera-based posture detection to analyze exercise form and provide correction suggestions.</a:t>
            </a:r>
          </a:p>
          <a:p>
            <a:r>
              <a:rPr lang="en-US" sz="1600" b="1" dirty="0"/>
              <a:t>3. AI Voice Fitness Coach</a:t>
            </a:r>
          </a:p>
          <a:p>
            <a:r>
              <a:rPr lang="en-US" sz="1600" dirty="0"/>
              <a:t>Enable voice conversations for hands-free workout guidance.</a:t>
            </a:r>
          </a:p>
          <a:p>
            <a:r>
              <a:rPr lang="en-US" sz="1600" b="1" dirty="0"/>
              <a:t>4. Personalized Injury </a:t>
            </a:r>
            <a:r>
              <a:rPr lang="en-US" sz="1600" b="1" dirty="0" smtClean="0"/>
              <a:t>Prevention</a:t>
            </a:r>
          </a:p>
          <a:p>
            <a:r>
              <a:rPr lang="en-US" sz="1600" dirty="0"/>
              <a:t>Detect overtraining risks and recommend recovery plans.</a:t>
            </a:r>
          </a:p>
          <a:p>
            <a:r>
              <a:rPr lang="en-US" sz="1600" b="1" dirty="0"/>
              <a:t>5. Community &amp; Social Fitness</a:t>
            </a:r>
          </a:p>
          <a:p>
            <a:r>
              <a:rPr lang="en-US" sz="1600" dirty="0"/>
              <a:t>Allow users to join fitness challenges and compete with friends.</a:t>
            </a:r>
          </a:p>
          <a:p>
            <a:r>
              <a:rPr lang="en-US" sz="1600" b="1" dirty="0"/>
              <a:t>6. Mental Wellness Integration</a:t>
            </a:r>
          </a:p>
          <a:p>
            <a:r>
              <a:rPr lang="en-US" sz="1600" dirty="0"/>
              <a:t>Combine fitness, mindfulness, stress management, and sleep coaching in one platform.</a:t>
            </a:r>
          </a:p>
          <a:p>
            <a:r>
              <a:rPr lang="en-US" sz="1600" b="1" dirty="0"/>
              <a:t>7. Predictive Health Analytics</a:t>
            </a:r>
          </a:p>
          <a:p>
            <a:r>
              <a:rPr lang="en-US" sz="1600" dirty="0"/>
              <a:t>Use AI to predict fitness outcomes and suggest preventive health actions.</a:t>
            </a:r>
          </a:p>
          <a:p>
            <a:r>
              <a:rPr lang="en-US" sz="1600" b="1" dirty="0" smtClean="0"/>
              <a:t>8. Enterprise Wellness Programs</a:t>
            </a:r>
            <a:endParaRPr lang="en-US" sz="1600" b="1" dirty="0"/>
          </a:p>
          <a:p>
            <a:endParaRPr lang="en-US" sz="2000" b="1"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479981" y="4507155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1245</Words>
  <Application>Microsoft Office PowerPoint</Application>
  <PresentationFormat>Widescreen</PresentationFormat>
  <Paragraphs>205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Hp</cp:lastModifiedBy>
  <cp:revision>32</cp:revision>
  <dcterms:created xsi:type="dcterms:W3CDTF">2025-07-08T05:06:56Z</dcterms:created>
  <dcterms:modified xsi:type="dcterms:W3CDTF">2026-06-06T14:47:37Z</dcterms:modified>
</cp:coreProperties>
</file>